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and Digitization Progress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Status chart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1143000"/>
            <a:ext cx="1010412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6" name="Image 0" descr="/mnt/data/donut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325880"/>
            <a:ext cx="489204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598932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B7D900"/>
          </a:solidFill>
          <a:ln w="12700">
            <a:solidFill>
              <a:srgbClr val="B7D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Closed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598932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4B28E8"/>
          </a:solidFill>
          <a:ln w="12700">
            <a:solidFill>
              <a:srgbClr val="4B2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5943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WIP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and Digitization Progress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Quarterly progress table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106527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508760"/>
          <a:ext cx="10104120" cy="3794760"/>
        </p:xfrm>
        <a:graphic>
          <a:graphicData uri="http://schemas.openxmlformats.org/drawingml/2006/table">
            <a:tbl>
              <a:tblPr/>
              <a:tblGrid>
                <a:gridCol w="1691640"/>
                <a:gridCol w="2148840"/>
                <a:gridCol w="1600200"/>
                <a:gridCol w="260604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WIP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 in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 FY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Q1-Q2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Q4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94360"/>
            <a:ext cx="11384280" cy="57150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3" name="Image 0" descr="/mnt/data/process_chart_n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68680"/>
            <a:ext cx="1083564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and Digitization Progress</dc:title>
  <dc:subject>Automation and Digitization Progress</dc:subject>
  <dc:creator>OpenAI</dc:creator>
  <cp:lastModifiedBy>OpenAI</cp:lastModifiedBy>
  <cp:revision>1</cp:revision>
  <dcterms:created xsi:type="dcterms:W3CDTF">2026-05-11T09:10:16Z</dcterms:created>
  <dcterms:modified xsi:type="dcterms:W3CDTF">2026-05-11T09:10:16Z</dcterms:modified>
</cp:coreProperties>
</file>